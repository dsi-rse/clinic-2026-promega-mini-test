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Metabolite Preprocessing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series_idor  ·  n=139  ·  10×4-fold repeated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Comparing: nan-floor  ·  raw values  ·  MalateGlo excluded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Three Metabolite Preprocessing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Background
  MalateGlo assay occasionally produces extreme negative concentrations (e.g. −5662 µM)
  interpreted as assay failure. The original pipeline replaces values &lt; −500 µM with NaN.
  This experiment tests whether that correction matters and whether MalateGlo adds value.
Variant 1 — met_nan  (original)
  Concentration values below −500 µM → NaN. LightGBM handles NaN natively.
Variant 2 — met_raw
  Raw concentration used as-is. No floor applied. Tests whether outlier flagging matters.
Variant 3 — met_no_malate
  MalateGlo feature excluded entirely (all 3 MalateGlo columns: concentration, initial,
  growth rate). Tests whether MalateGlo adds discriminative signal.
  Note: MalateGlo is only present for days &gt; Dy10 (conditional metabolite).
All three variants are trained independently on the same fold splits in every repeat.
Comparison is therefore perfectly controlled for cohort and fold assignments.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Standalone BA — 3 Met Variants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588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Late-Fusion BA — 3 Met Variants vs Morph+Img Baseline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5887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Per-Day Differences Between Variants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35164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Numeric Summary Table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3320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Dy10 Experiment: Forcing MalateGlo In Where Outliers Live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8368"/>
            <a:ext cx="7498079" cy="3339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658368"/>
            <a:ext cx="39319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Why this experiment?
  Extreme MalateGlo values (e.g. −5662 µM) exist only at Dy10.
  MalateGlo is normally excluded for days ≤ Dy10 (conditional metabolite),
  so the floor correction never fires in the standard pipeline.
  Here we force MalateGlo into Dy10 features to test the correction directly.
Key findings
  • nan vs raw: ~0.006–0.011 BA difference — floor correction works but
    the effect is tiny, within repeat noise (±0.03–0.05 SD).
  • LogReg: nan=0.613 &gt; drop/baseline=0.548 — gains most from keeping
    MalateGlo (even with outliers replaced by NaN).
  • LGBM/MLP: nan ≈ raw ≈ drop ≈ baseline — insensitive to MalateGlo at Dy10.
  • SVM: stuck at 0.500 regardless — features not separable at Dy10.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Confusion Matrices — 4 Classifiers × Key Days (met_nan, aggregated 10 repeats)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8368"/>
            <a:ext cx="11430000" cy="13290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Malate Variant Effect on Confusion Matrix — LogReg at Dy30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9144000" cy="32548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Observations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1. Floor correction (met_nan) vs raw values (met_raw)
   Max |BA difference| across all days = 0.0000 — exactly zero.
   → Root cause: extreme MalateGlo values (e.g. −5662 µM) exist only at Dy10,
     but MalateGlo is a conditional feature excluded for days ≤ Dy10.
     At Dy13+, where MalateGlo IS used, all values are &gt; −500 µM — floor never fires.
   → Confirmed by Dy10 forced-inclusion experiment (see next slide).
2. Dropping MalateGlo (met_no_malate) reduces BA at late days:
   Dy20_5 (+0.021), Dy28 (+0.016)
   → MalateGlo contributes signal at late time points where malate
     metabolism diverges between Acceptable and Not-Acceptable organoids.
3. Metabolite BA improves strongly with organoid age:
   Early days (≤Dy17) mean BA = 0.576
   Late days  (≥Dy20) mean BA = 0.799
   → Metabolic signatures become more discriminative as organoids mature.
4. Late-fusion gain (All3 mean vs Met alone) at late days:
   Mean gain = +0.025 over 4 days
   → Combining all three modalities consistently outperforms any single modality.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