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463040"/>
            <a:ext cx="11430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10-Repeat 4-Fold Cross-Validation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3840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BDD7EE"/>
                </a:solidFill>
              </a:rPr>
              <a:t>series_idor  ·  n=139  ·  Metabolite (LGBM + LogReg) + Morphology + Image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4572000"/>
            <a:ext cx="11430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DDEBF7"/>
                </a:solidFill>
              </a:rPr>
              <a:t>Late fusion: mean probability  ·  majority vote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F3864"/>
                </a:solidFill>
              </a:rPr>
              <a:t>Study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658368"/>
            <a:ext cx="11430000" cy="5943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0000"/>
                </a:solidFill>
              </a:rPr>
              <a:t>Cohort
  • 139 organoids, series_idor (BA1 + BA2), including 6 stitched
  • 25 Not-Acceptable / 114 Acceptable  ·  11 time points: Dy03–Dy30
Why repeated k-fold?
  • With 25 NAcc in 139 total, a single 4-fold run puts only 6–7 NAcc in each
    test fold — one wrong prediction = ±0.07 BA. High variance.
  • 10 independent repeats (different random seeds) halve the SD of the BA
    estimate without requiring more data or more GPU time.
Fold structure
  • Stratified 4-fold: label ratio preserved in every fold
  • Seed for repeat r = 1 + r × 1000  →  genuinely independent splits
  • All modalities (met, morph, image) use the same fold partition per repeat
    → required for valid late-fusion evaluation
What is stored per repeat
  • OOF balanced accuracy (single number per modality)
  • OOF probabilities + binary predictions per organoid
  • Fold assignment for every organoid (which fold 0–3 it was tested in)
  • Confusion matrix [[TN,FP],[FN,TP]] per single modality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Aggregated Results: Mean ± SD over 10 Repeats</a:t>
            </a:r>
          </a:p>
        </p:txBody>
      </p:sp>
      <p:pic>
        <p:nvPicPr>
          <p:cNvPr id="3" name="Picture 2" descr="combined_kfold_two_panel_series_idor_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55522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Summary Table: Balanced Accuracy (mean ± SD)</a:t>
            </a:r>
          </a:p>
        </p:txBody>
      </p:sp>
      <p:pic>
        <p:nvPicPr>
          <p:cNvPr id="3" name="Picture 2" descr="combined_kfold_table_series_idor_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05404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Repeat-Level Variance — 4 Key Strategies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264064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LGBM vs LogReg — Standalone (Met &amp; Morphology)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26371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LGBM vs LogReg — Fusion (met + morph + img mean prob)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46834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LogReg − LGBM Delta: Where Does Classifier Choice Matter?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85800"/>
            <a:ext cx="11430000" cy="261050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1 / 10  (seed = 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2 / 10  (seed = 1001)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3 / 10  (seed = 2001)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4 / 10  (seed = 3001)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5 / 10  (seed = 4001)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6 / 10  (seed = 5001)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7 / 10  (seed = 6001)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8 / 10  (seed = 7001)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9 / 10  (seed = 8001)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3200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F3864"/>
                </a:solidFill>
              </a:rPr>
              <a:t>Repeat 10 / 10  (seed = 9001)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640080"/>
            <a:ext cx="11430000" cy="40641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4160520"/>
            <a:ext cx="8686800" cy="278706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