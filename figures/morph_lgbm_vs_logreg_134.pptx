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Morphology Classifier: LGBM vs LogReg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IDOR-134 set (6 stitched organoids removed)  ·  10×4-fold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Removing stitched organoids reverses the late-day morph LogReg deficit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Morph LGBM vs LogReg — IDOR-134 (n=134)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430000" cy="4320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morph LogReg: n=140 (with stitched) vs n=134 (stitched removed)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430000" cy="4320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morph LGBM: n=140 vs n=134 — minimal impact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430000" cy="4320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